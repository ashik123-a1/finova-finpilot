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Arial"/>
              </a:defRPr>
            </a:pPr>
            <a:r>
              <a:t>SME FINANCE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Autonomous AI as a Financial Participant | FinTechathon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62895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Local-First Autonomous Financial Operating System for Emerging Markets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Deterministic Zero-Float Accounting with Integer Minor Precision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Institutional DSCR Credit Underwriting &amp; 1-Click Bank Packets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11-Domain Grounded Financial AI Copilot with Loss Turnaround Modeling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100% Offline Edge Capable | 220 / 220 Automated Tests Passed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EF4444"/>
                </a:solidFill>
                <a:latin typeface="Arial"/>
              </a:defRPr>
            </a:pPr>
            <a:r>
              <a:t>THE SME CRISIS &amp; PASSIVE ACCOUNTING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Why Traditional Accounting Platforms Fail Small Businesses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62895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400M+ Global Micro &amp; Small Enterprises lack full-time CFOs and accountants.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80% suffer cash-flow collapse from unmonitored fixed overheads and trapped receivables.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Traditional Software is Purely Passive: Records historical transactions but offers zero guidance.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Generic AI Chatbots Hallucinate: Citing wrong formulas or irrelevant loan contracts.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The Solution: An AI that participates in business defense, cost recovery, and credit access.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ARCHITECTURAL PILLARS &amp; NUMERICAL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Engineering Trust into Financial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62895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Zero-Float Precision: All currency stored as 64-bit integer minor units. Zero floating-point drift.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Local-First Edge Architecture: Self-contained SQLite WAL engine; runs 100% offline on local hardware.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Multi-Tenant Relational Isolation: Server-side cryptographic HMAC token verification (HTTP 403 on tampering).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Consequential Action Safeguard: Voice and AI transactions halt at two-step authorization barriers.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Tamper-Evident Audit Trails: Cryptographic hash-chained immutable activity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  <a:latin typeface="Arial"/>
              </a:defRPr>
            </a:pPr>
            <a:r>
              <a:t>REAL-WORLD TURNAROUND: THE LOSS RECOVERY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Diagnosing &amp; Fixing Operating Deficits from Live Ledgers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62895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The Live Test Query: 'I am in loss how can I recover?' (Shop #28 Bismillah Store).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Grounded Reconciled Actuals: $1.52M Revenue vs $4.86M Expenses = -$3.34M Net Operating Loss.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Root Cause Analysis: Audits categories on 100% denominator, detects $2.95M in facility costs &amp; 82 duplicate entries ($603k).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Working Capital Distinction: Distinguishes uncollected receivables ($89.3k) and inventory at cost ($2.45M) from immediate cash.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Quantified Scenarios: 5% expense cut = +$243,408; 10% sales lift = +$152,540 top-line revenue; combined gross relief = +$395,949.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8B5CF6"/>
                </a:solidFill>
                <a:latin typeface="Arial"/>
              </a:defRPr>
            </a:pPr>
            <a:r>
              <a:t>INSTITUTIONAL BRIDGE: INSTANT CREDIT UNDERWRITING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Unlocking Tier-1 Commercial Bank Lending for Unstructured SMEs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62895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Real-Time Loan Calculation: Monthly EMI, amortization schedules, and total interest.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Banking DSCR Benchmark: Automated Debt Service Coverage Ratio evaluation against the 1.25x bank threshold.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Partner Bank Matching: Real-time suitability ranking across 5 commercial banks (BRAC Bank, City Bank).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Official Underwriting Packet PDF: Generates verified credit dossiers with watermarked cryptographic hashes.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Smart Document OCR: Staged human-in-the-loop invoice extraction before general ledger posting.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Arial"/>
              </a:defRPr>
            </a:pPr>
            <a:r>
              <a:t>VERIFICATION, COMPLIANCE &amp; COMPETITION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Production-Ready Execution Built for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10362895" cy="40233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37744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220 / 220 Automated Tests Passed (100% Pass Rate across 21 test suites in 18.89s).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Formal 50-Test Catalogue (TC-01..TC-50) covering security, edge cases, and arithmetic bounds.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Native Multilingual Intelligence: Fluent synthesis in English, Bengali (বাংলা), and Chinese (简体中文).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Enterprise Currency Preservation: Saved business currency (USD/BDT) preserved across language switches.</a:t>
            </a:r>
          </a:p>
          <a:p>
            <a:pPr>
              <a:spcAft>
                <a:spcPts val="1200"/>
              </a:spcAft>
              <a:defRPr sz="1400">
                <a:solidFill>
                  <a:srgbClr val="F1F5F9"/>
                </a:solidFill>
                <a:latin typeface="Arial"/>
              </a:defRPr>
            </a:pPr>
            <a:r>
              <a:t>•   Disaster Recovery Ready: Verified SQLite WAL backups (23.46 MB, 163,054 records) with SHA-256 manifests.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